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79" r:id="rId3"/>
    <p:sldId id="275" r:id="rId4"/>
    <p:sldId id="280" r:id="rId5"/>
    <p:sldId id="283" r:id="rId6"/>
    <p:sldId id="281" r:id="rId7"/>
    <p:sldId id="282" r:id="rId8"/>
    <p:sldId id="276" r:id="rId9"/>
    <p:sldId id="258" r:id="rId10"/>
    <p:sldId id="277" r:id="rId11"/>
    <p:sldId id="278" r:id="rId1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hMH+Twv1oe7yinceTX4uF34QtH2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69"/>
  </p:normalViewPr>
  <p:slideViewPr>
    <p:cSldViewPr snapToGrid="0">
      <p:cViewPr varScale="1">
        <p:scale>
          <a:sx n="105" d="100"/>
          <a:sy n="105" d="100"/>
        </p:scale>
        <p:origin x="9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3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4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5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356616" y="0"/>
            <a:ext cx="8182719" cy="6858000"/>
          </a:xfrm>
          <a:prstGeom prst="rect">
            <a:avLst/>
          </a:prstGeom>
          <a:gradFill>
            <a:gsLst>
              <a:gs pos="0">
                <a:srgbClr val="3865B4"/>
              </a:gs>
              <a:gs pos="25000">
                <a:srgbClr val="3865B4"/>
              </a:gs>
              <a:gs pos="94000">
                <a:srgbClr val="3A3838"/>
              </a:gs>
              <a:gs pos="100000">
                <a:srgbClr val="3A3838"/>
              </a:gs>
            </a:gsLst>
            <a:lin ang="4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>
            <a:spLocks noGrp="1"/>
          </p:cNvSpPr>
          <p:nvPr>
            <p:ph type="ctrTitle"/>
          </p:nvPr>
        </p:nvSpPr>
        <p:spPr>
          <a:xfrm>
            <a:off x="2284026" y="2043663"/>
            <a:ext cx="4578895" cy="2031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</a:rPr>
              <a:t>AI Infrastructure</a:t>
            </a:r>
            <a:endParaRPr/>
          </a:p>
        </p:txBody>
      </p:sp>
      <p:sp>
        <p:nvSpPr>
          <p:cNvPr id="92" name="Google Shape;92;p1"/>
          <p:cNvSpPr txBox="1">
            <a:spLocks noGrp="1"/>
          </p:cNvSpPr>
          <p:nvPr>
            <p:ph type="subTitle" idx="1"/>
          </p:nvPr>
        </p:nvSpPr>
        <p:spPr>
          <a:xfrm>
            <a:off x="2284026" y="4074718"/>
            <a:ext cx="4578895" cy="6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None/>
            </a:pPr>
            <a:r>
              <a:rPr lang="en-US" sz="1500" dirty="0">
                <a:solidFill>
                  <a:srgbClr val="FFFFFF"/>
                </a:solidFill>
              </a:rPr>
              <a:t>Ioannis Papapanagiotou</a:t>
            </a:r>
            <a:endParaRPr sz="1500" dirty="0">
              <a:solidFill>
                <a:srgbClr val="FFFFFF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500"/>
              <a:buNone/>
            </a:pPr>
            <a:r>
              <a:rPr lang="en-US" sz="1500" dirty="0">
                <a:solidFill>
                  <a:srgbClr val="FFFFFF"/>
                </a:solidFill>
              </a:rPr>
              <a:t>AI Workflow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10B0F-C89C-1709-9E47-A46DBAD6F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AI workflow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1CA17E-5243-C43B-3CCA-4B047CFE93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 workflow is a systematic process for developing, deploying, and maintaining AI models.</a:t>
            </a:r>
          </a:p>
          <a:p>
            <a:r>
              <a:rPr lang="en-US" dirty="0"/>
              <a:t>It typically involves several stages, including data collection, preprocessing, model training, evaluation, deployment, and monitoring.</a:t>
            </a:r>
          </a:p>
          <a:p>
            <a:r>
              <a:rPr lang="en-US" dirty="0"/>
              <a:t>A well-defined workflow helps ensure the efficiency, effectiveness, and reliability of AI projects.</a:t>
            </a:r>
          </a:p>
        </p:txBody>
      </p:sp>
    </p:spTree>
    <p:extLst>
      <p:ext uri="{BB962C8B-B14F-4D97-AF65-F5344CB8AC3E}">
        <p14:creationId xmlns:p14="http://schemas.microsoft.com/office/powerpoint/2010/main" val="1106838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43F2E1-CD8A-0E86-F048-5A91D3E57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AI Workflow</a:t>
            </a:r>
          </a:p>
        </p:txBody>
      </p:sp>
      <p:pic>
        <p:nvPicPr>
          <p:cNvPr id="1026" name="Picture 2" descr="Text of AI workflow steps">
            <a:extLst>
              <a:ext uri="{FF2B5EF4-FFF2-40B4-BE49-F238E27FC236}">
                <a16:creationId xmlns:a16="http://schemas.microsoft.com/office/drawing/2014/main" id="{65697E83-5F61-6F0D-1A1A-033F57AE3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1014" y="1675227"/>
            <a:ext cx="7881971" cy="4394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3665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AE0FEA-B03C-D954-83B8-B32EA0848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7519" y="2533476"/>
            <a:ext cx="3448310" cy="3447832"/>
          </a:xfrm>
        </p:spPr>
        <p:txBody>
          <a:bodyPr anchor="t">
            <a:normAutofit/>
          </a:bodyPr>
          <a:lstStyle/>
          <a:p>
            <a:r>
              <a:rPr lang="en-US" sz="1700"/>
              <a:t>The first stage involves gathering relevant data from various sources.</a:t>
            </a:r>
          </a:p>
          <a:p>
            <a:r>
              <a:rPr lang="en-US" sz="1700"/>
              <a:t>Data preparation includes cleaning, transforming, and organizing data into a suitable format for model training.</a:t>
            </a:r>
          </a:p>
          <a:p>
            <a:r>
              <a:rPr lang="en-US" sz="1700"/>
              <a:t>Data quality and diversity are crucial for building robust AI models.</a:t>
            </a:r>
          </a:p>
        </p:txBody>
      </p:sp>
      <p:pic>
        <p:nvPicPr>
          <p:cNvPr id="1026" name="Picture 2" descr="Generative AI – A guide on data preparation - Itzikr's Blog">
            <a:extLst>
              <a:ext uri="{FF2B5EF4-FFF2-40B4-BE49-F238E27FC236}">
                <a16:creationId xmlns:a16="http://schemas.microsoft.com/office/drawing/2014/main" id="{5E10E199-8790-775E-EB52-50936B2FA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0" y="2056229"/>
            <a:ext cx="3989297" cy="2670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1032" name="Rectangle 1031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3" name="Rectangle 1032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451DE0B0-8569-1FB4-69CE-FE8E1B0033CE}"/>
              </a:ext>
            </a:extLst>
          </p:cNvPr>
          <p:cNvSpPr txBox="1">
            <a:spLocks/>
          </p:cNvSpPr>
          <p:nvPr/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Data Collection and Preparation</a:t>
            </a:r>
          </a:p>
        </p:txBody>
      </p:sp>
    </p:spTree>
    <p:extLst>
      <p:ext uri="{BB962C8B-B14F-4D97-AF65-F5344CB8AC3E}">
        <p14:creationId xmlns:p14="http://schemas.microsoft.com/office/powerpoint/2010/main" val="1377985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91665-D6D7-C9C6-FA46-2CF74500B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Pipeline – Medical Imaging</a:t>
            </a:r>
          </a:p>
        </p:txBody>
      </p:sp>
      <p:pic>
        <p:nvPicPr>
          <p:cNvPr id="8" name="Picture 7" descr="A diagram of a diagram of a computer&#10;&#10;Description automatically generated">
            <a:extLst>
              <a:ext uri="{FF2B5EF4-FFF2-40B4-BE49-F238E27FC236}">
                <a16:creationId xmlns:a16="http://schemas.microsoft.com/office/drawing/2014/main" id="{7479578B-D021-9C85-BD9A-B62A3AE98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872930"/>
            <a:ext cx="8096250" cy="288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353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D12DB-4356-A44F-19F6-3F399875B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Training and Evaluation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2A7D5-0AF4-88E3-C3E0-45F0859FA7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and train an appropriate AI model on the prepared data.</a:t>
            </a:r>
          </a:p>
          <a:p>
            <a:r>
              <a:rPr lang="en-US" dirty="0"/>
              <a:t>Evaluate the model's performance using relevant metrics.</a:t>
            </a:r>
          </a:p>
          <a:p>
            <a:r>
              <a:rPr lang="en-US" dirty="0"/>
              <a:t>Iterate on the model design and hyperparameters to improve performance.</a:t>
            </a:r>
          </a:p>
        </p:txBody>
      </p:sp>
    </p:spTree>
    <p:extLst>
      <p:ext uri="{BB962C8B-B14F-4D97-AF65-F5344CB8AC3E}">
        <p14:creationId xmlns:p14="http://schemas.microsoft.com/office/powerpoint/2010/main" val="3775770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7CCE5-23B7-413B-2808-2EF2C91B8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Deployment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F7BD01-5F5B-061B-0F27-FA6DA50115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Deploy the trained model into a production environment.</a:t>
            </a:r>
          </a:p>
          <a:p>
            <a:r>
              <a:rPr lang="en-US" dirty="0"/>
              <a:t>Make the model accessible for real-world applications or predictions.</a:t>
            </a:r>
          </a:p>
          <a:p>
            <a:r>
              <a:rPr lang="en-US" dirty="0"/>
              <a:t>Consider scalability, reliability, and security during deployment.</a:t>
            </a:r>
          </a:p>
        </p:txBody>
      </p:sp>
    </p:spTree>
    <p:extLst>
      <p:ext uri="{BB962C8B-B14F-4D97-AF65-F5344CB8AC3E}">
        <p14:creationId xmlns:p14="http://schemas.microsoft.com/office/powerpoint/2010/main" val="2329788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BC1C66-F5CD-A8C9-D581-56631B4D4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Detailed Workflow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9D7C135-188C-12CE-E7AC-F85CE98AD0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2600" y="1757722"/>
            <a:ext cx="8178799" cy="4229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0248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0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algn="ctr"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ts val="4400"/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Understanding AI Pipelines</a:t>
            </a:r>
          </a:p>
        </p:txBody>
      </p:sp>
      <p:pic>
        <p:nvPicPr>
          <p:cNvPr id="105" name="Google Shape;105;p3"/>
          <p:cNvPicPr preferRelativeResize="0"/>
          <p:nvPr/>
        </p:nvPicPr>
        <p:blipFill rotWithShape="1">
          <a:blip r:embed="rId3"/>
          <a:stretch/>
        </p:blipFill>
        <p:spPr>
          <a:xfrm>
            <a:off x="666043" y="1675227"/>
            <a:ext cx="7811913" cy="439419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B6363-DB6C-B30C-9B27-B7CE4B4AC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Workflow: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2B917-1F40-6486-7F94-8AFB8FD4D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ImageYou</a:t>
            </a:r>
            <a:r>
              <a:rPr lang="en-US" dirty="0"/>
              <a:t> is a Radiology clinic that provides services MRI/CT scans to a number of doctors. </a:t>
            </a:r>
          </a:p>
          <a:p>
            <a:r>
              <a:rPr lang="en-US" dirty="0"/>
              <a:t>They want to provide image recognition services to doctors’ offices for example identifying tumors or fractures in medical imaging.</a:t>
            </a:r>
          </a:p>
          <a:p>
            <a:r>
              <a:rPr lang="en-US" dirty="0"/>
              <a:t>Betty (ML Engineer) collects historical data of X-rays, MRI and CT scans from hospital and research institutes.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126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6B20A-F1D6-BEE3-0A28-0FC5BF265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Workflow: example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B5384-8E22-C6A7-398C-C8497D80FC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Data Preparation she can use RAPIDS  and RAPIDS/NVIDIA. </a:t>
            </a:r>
          </a:p>
          <a:p>
            <a:r>
              <a:rPr lang="en-US" dirty="0"/>
              <a:t>Once data preparation is complete, Betty will do Model Training with TensorFlow or </a:t>
            </a:r>
            <a:r>
              <a:rPr lang="en-US" dirty="0" err="1"/>
              <a:t>Pytorch</a:t>
            </a:r>
            <a:endParaRPr lang="en-US" dirty="0"/>
          </a:p>
          <a:p>
            <a:r>
              <a:rPr lang="en-US" dirty="0"/>
              <a:t>Once the model training is complete, Betty will optimize it using </a:t>
            </a:r>
            <a:r>
              <a:rPr lang="en-US" dirty="0" err="1"/>
              <a:t>TensorRT</a:t>
            </a:r>
            <a:r>
              <a:rPr lang="en-US" dirty="0"/>
              <a:t> (Deep Learning optimizer) and ready to be deployed and scaled</a:t>
            </a:r>
          </a:p>
          <a:p>
            <a:r>
              <a:rPr lang="en-US" dirty="0"/>
              <a:t>Betty then moves to inference and can use a platform that can do load balancing etc.</a:t>
            </a:r>
          </a:p>
        </p:txBody>
      </p:sp>
    </p:spTree>
    <p:extLst>
      <p:ext uri="{BB962C8B-B14F-4D97-AF65-F5344CB8AC3E}">
        <p14:creationId xmlns:p14="http://schemas.microsoft.com/office/powerpoint/2010/main" val="1450246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327</Words>
  <Application>Microsoft Office PowerPoint</Application>
  <PresentationFormat>On-screen Show (4:3)</PresentationFormat>
  <Paragraphs>33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AI Infrastructure</vt:lpstr>
      <vt:lpstr>The AI workflow</vt:lpstr>
      <vt:lpstr>AI Workflow</vt:lpstr>
      <vt:lpstr>PowerPoint Presentation</vt:lpstr>
      <vt:lpstr>Data Pipeline – Medical Imaging</vt:lpstr>
      <vt:lpstr>Model Training and Evaluation</vt:lpstr>
      <vt:lpstr>Model Deployment</vt:lpstr>
      <vt:lpstr>Detailed Workflow</vt:lpstr>
      <vt:lpstr>Understanding AI Pipelines</vt:lpstr>
      <vt:lpstr>AI Workflow: example</vt:lpstr>
      <vt:lpstr>AI Workflow: example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Ioannis Papapanagiotou</dc:creator>
  <cp:lastModifiedBy>Ioannis Papapanagiotou</cp:lastModifiedBy>
  <cp:revision>13</cp:revision>
  <dcterms:created xsi:type="dcterms:W3CDTF">2020-04-05T15:03:49Z</dcterms:created>
  <dcterms:modified xsi:type="dcterms:W3CDTF">2024-12-22T00:36:53Z</dcterms:modified>
</cp:coreProperties>
</file>